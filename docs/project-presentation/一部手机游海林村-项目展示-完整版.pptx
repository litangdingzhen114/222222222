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8a69bb891429a" /><Relationship Type="http://schemas.openxmlformats.org/officeDocument/2006/relationships/extended-properties" Target="/docProps/app.xml" Id="Rba3f8a81e12a4ea7" /><Relationship Type="http://schemas.openxmlformats.org/officeDocument/2006/relationships/officeDocument" Target="/ppt/presentation.xml" Id="R98a6b6c48a0c46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bbb21d3e74024"/>
  </p:sldMasterIdLst>
  <p:notesMasterIdLst>
    <p:notesMasterId xmlns:r="http://schemas.openxmlformats.org/officeDocument/2006/relationships" r:id="Ra93aeacab5524ab0"/>
  </p:notesMasterIdLst>
  <p:sldIdLst>
    <p:sldId xmlns:r="http://schemas.openxmlformats.org/officeDocument/2006/relationships" id="256" r:id="R5e50c05c3028485e"/>
    <p:sldId xmlns:r="http://schemas.openxmlformats.org/officeDocument/2006/relationships" id="257" r:id="R0c2bb505f4784988"/>
    <p:sldId xmlns:r="http://schemas.openxmlformats.org/officeDocument/2006/relationships" id="258" r:id="Rf483e7584bc449b5"/>
    <p:sldId xmlns:r="http://schemas.openxmlformats.org/officeDocument/2006/relationships" id="259" r:id="R1e1c0d7c45044088"/>
    <p:sldId xmlns:r="http://schemas.openxmlformats.org/officeDocument/2006/relationships" id="260" r:id="R73521c82e83840d5"/>
    <p:sldId xmlns:r="http://schemas.openxmlformats.org/officeDocument/2006/relationships" id="261" r:id="R2ec69285f503492a"/>
    <p:sldId xmlns:r="http://schemas.openxmlformats.org/officeDocument/2006/relationships" id="262" r:id="Rdf1c9bebe562474b"/>
    <p:sldId xmlns:r="http://schemas.openxmlformats.org/officeDocument/2006/relationships" id="263" r:id="Rdd6a7207f6fd4a2c"/>
    <p:sldId xmlns:r="http://schemas.openxmlformats.org/officeDocument/2006/relationships" id="264" r:id="R55ce3e8b8701410f"/>
    <p:sldId xmlns:r="http://schemas.openxmlformats.org/officeDocument/2006/relationships" id="265" r:id="Rba1bba5a69d544da"/>
    <p:sldId xmlns:r="http://schemas.openxmlformats.org/officeDocument/2006/relationships" id="266" r:id="Rdf8e353a9ae24543"/>
    <p:sldId xmlns:r="http://schemas.openxmlformats.org/officeDocument/2006/relationships" id="267" r:id="R7027a8cf3d134f6f"/>
    <p:sldId xmlns:r="http://schemas.openxmlformats.org/officeDocument/2006/relationships" id="268" r:id="R56d6d0ea699c4d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1a95295474ffb" /><Relationship Type="http://schemas.openxmlformats.org/officeDocument/2006/relationships/slideMaster" Target="/ppt/slideMasters/slideMaster1.xml" Id="R64fbbb21d3e74024" /><Relationship Type="http://schemas.openxmlformats.org/officeDocument/2006/relationships/notesMaster" Target="/ppt/notesMasters/notesMaster1.xml" Id="Ra93aeacab5524ab0" /><Relationship Type="http://schemas.openxmlformats.org/officeDocument/2006/relationships/presProps" Target="/ppt/presProps.xml" Id="R5524a86786d24313" /><Relationship Type="http://schemas.openxmlformats.org/officeDocument/2006/relationships/tableStyles" Target="/ppt/tableStyles.xml" Id="R2a76a58297664c17" /><Relationship Type="http://schemas.openxmlformats.org/officeDocument/2006/relationships/slide" Target="/ppt/slides/slide1.xml" Id="R5e50c05c3028485e" /><Relationship Type="http://schemas.openxmlformats.org/officeDocument/2006/relationships/slide" Target="/ppt/slides/slide2.xml" Id="R0c2bb505f4784988" /><Relationship Type="http://schemas.openxmlformats.org/officeDocument/2006/relationships/slide" Target="/ppt/slides/slide3.xml" Id="Rf483e7584bc449b5" /><Relationship Type="http://schemas.openxmlformats.org/officeDocument/2006/relationships/slide" Target="/ppt/slides/slide4.xml" Id="R1e1c0d7c45044088" /><Relationship Type="http://schemas.openxmlformats.org/officeDocument/2006/relationships/slide" Target="/ppt/slides/slide5.xml" Id="R73521c82e83840d5" /><Relationship Type="http://schemas.openxmlformats.org/officeDocument/2006/relationships/slide" Target="/ppt/slides/slide6.xml" Id="R2ec69285f503492a" /><Relationship Type="http://schemas.openxmlformats.org/officeDocument/2006/relationships/slide" Target="/ppt/slides/slide7.xml" Id="Rdf1c9bebe562474b" /><Relationship Type="http://schemas.openxmlformats.org/officeDocument/2006/relationships/slide" Target="/ppt/slides/slide8.xml" Id="Rdd6a7207f6fd4a2c" /><Relationship Type="http://schemas.openxmlformats.org/officeDocument/2006/relationships/slide" Target="/ppt/slides/slide9.xml" Id="R55ce3e8b8701410f" /><Relationship Type="http://schemas.openxmlformats.org/officeDocument/2006/relationships/slide" Target="/ppt/slides/slide10.xml" Id="Rba1bba5a69d544da" /><Relationship Type="http://schemas.openxmlformats.org/officeDocument/2006/relationships/slide" Target="/ppt/slides/slide11.xml" Id="Rdf8e353a9ae24543" /><Relationship Type="http://schemas.openxmlformats.org/officeDocument/2006/relationships/slide" Target="/ppt/slides/slide12.xml" Id="R7027a8cf3d134f6f" /><Relationship Type="http://schemas.openxmlformats.org/officeDocument/2006/relationships/slide" Target="/ppt/slides/slide13.xml" Id="R56d6d0ea699c4d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92241312b743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ee3235de244eb7" /><Relationship Type="http://schemas.openxmlformats.org/officeDocument/2006/relationships/notesMaster" Target="/ppt/notesMasters/notesMaster1.xml" Id="R675c1702eb714f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d66ef8cc774b8e" /><Relationship Type="http://schemas.openxmlformats.org/officeDocument/2006/relationships/notesMaster" Target="/ppt/notesMasters/notesMaster1.xml" Id="Rad882ef9190f4a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a0c9a0fe740a9" /><Relationship Type="http://schemas.openxmlformats.org/officeDocument/2006/relationships/notesMaster" Target="/ppt/notesMasters/notesMaster1.xml" Id="R99fdbad35b3b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566c12320b4625" /><Relationship Type="http://schemas.openxmlformats.org/officeDocument/2006/relationships/notesMaster" Target="/ppt/notesMasters/notesMaster1.xml" Id="R5fc89961df2546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084bc65cd34d1d" /><Relationship Type="http://schemas.openxmlformats.org/officeDocument/2006/relationships/notesMaster" Target="/ppt/notesMasters/notesMaster1.xml" Id="Ra7904fb80c4b42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e6c0fdd11f4604" /><Relationship Type="http://schemas.openxmlformats.org/officeDocument/2006/relationships/notesMaster" Target="/ppt/notesMasters/notesMaster1.xml" Id="Ra58f9ebeef6a40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3bd3033534422" /><Relationship Type="http://schemas.openxmlformats.org/officeDocument/2006/relationships/notesMaster" Target="/ppt/notesMasters/notesMaster1.xml" Id="R0903d4984c26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fd9655f95048d8" /><Relationship Type="http://schemas.openxmlformats.org/officeDocument/2006/relationships/notesMaster" Target="/ppt/notesMasters/notesMaster1.xml" Id="R786838faf9e849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51161922fa417f" /><Relationship Type="http://schemas.openxmlformats.org/officeDocument/2006/relationships/notesMaster" Target="/ppt/notesMasters/notesMaster1.xml" Id="Re39733342c7142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3ce494cc36409f" /><Relationship Type="http://schemas.openxmlformats.org/officeDocument/2006/relationships/notesMaster" Target="/ppt/notesMasters/notesMaster1.xml" Id="R49a636e6d5e846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d7d57060ea443d" /><Relationship Type="http://schemas.openxmlformats.org/officeDocument/2006/relationships/notesMaster" Target="/ppt/notesMasters/notesMaster1.xml" Id="R1af69a3210934a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3ccc83093b4542" /><Relationship Type="http://schemas.openxmlformats.org/officeDocument/2006/relationships/notesMaster" Target="/ppt/notesMasters/notesMaster1.xml" Id="R230b0f74a9f04a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a2205fbe1c435c" /><Relationship Type="http://schemas.openxmlformats.org/officeDocument/2006/relationships/notesMaster" Target="/ppt/notesMasters/notesMaster1.xml" Id="Rdf3feaca461b4d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整页来源：/Users/zz/Desktop/projects/hailin-miniprogram/tmp-ppt-build-final/combined-rendered/main-01.png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整页来源：/Users/zz/Desktop/projects/hailin-miniprogram/tmp-ppt-build-final/combined-rendered/main-02.png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整页来源：/Users/zz/Desktop/projects/hailin-miniprogram/tmp-ppt-build-final/combined-rendered/main-03.png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整页来源：/Users/zz/Desktop/projects/hailin-miniprogram/tmp-ppt-build-final/combined-rendered/main-04.png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整页来源：/Users/zz/Desktop/projects/hailin-miniprogram/tmp-ppt-build-final/combined-rendered/main-05.png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整页来源：/Users/zz/Desktop/projects/hailin-miniprogram/tmp-ppt-build-final/combined-rendered/main-06.png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整页来源：/Users/zz/Desktop/projects/hailin-miniprogram/tmp-ppt-build-final/combined-rendered/main-07.png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整页来源：/Users/zz/Desktop/projects/hailin-miniprogram/tmp-ppt-build-final/combined-rendered/main-08.png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整页来源：/Users/zz/Desktop/projects/hailin-miniprogram/tmp-ppt-build-final/combined-rendered/admin-01.png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整页来源：/Users/zz/Desktop/projects/hailin-miniprogram/tmp-ppt-build-final/combined-rendered/admin-02.png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整页来源：/Users/zz/Desktop/projects/hailin-miniprogram/tmp-ppt-build-final/combined-rendered/admin-03.png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整页来源：/Users/zz/Desktop/projects/hailin-miniprogram/tmp-ppt-build-final/combined-rendered/admin-04.png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整页来源：/Users/zz/Desktop/projects/hailin-miniprogram/tmp-ppt-build-final/combined-rendered/admin-05.png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2e300568543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a9fb57507a41cd" /><Relationship Type="http://schemas.openxmlformats.org/officeDocument/2006/relationships/slideLayout" Target="/ppt/slideLayouts/slideLayout1.xml" Id="Rdd2a2fb1cc864f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a2fb1cc864f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5baba909f4271" /><Relationship Type="http://schemas.openxmlformats.org/officeDocument/2006/relationships/image" Target="/ppt/media/image.png" Id="Rc4f1848c85ed4472" /><Relationship Type="http://schemas.openxmlformats.org/officeDocument/2006/relationships/notesSlide" Target="/ppt/notesSlides/notesSlide1.xml" Id="R6fa32eb155e24e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1160b5bae4537" /><Relationship Type="http://schemas.openxmlformats.org/officeDocument/2006/relationships/image" Target="/ppt/media/image2.png" Id="Re3dbfb6d36e34a4e" /><Relationship Type="http://schemas.openxmlformats.org/officeDocument/2006/relationships/notesSlide" Target="/ppt/notesSlides/notesSlide2.xml" Id="R7e0d6d7a90c643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d0fc316034a85" /><Relationship Type="http://schemas.openxmlformats.org/officeDocument/2006/relationships/image" Target="/ppt/media/image3.png" Id="Rd262b703bb1b4871" /><Relationship Type="http://schemas.openxmlformats.org/officeDocument/2006/relationships/notesSlide" Target="/ppt/notesSlides/notesSlide3.xml" Id="Rbc997f28411a4d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188910d194fe5" /><Relationship Type="http://schemas.openxmlformats.org/officeDocument/2006/relationships/image" Target="/ppt/media/image4.png" Id="Re01c0493fe0b4e40" /><Relationship Type="http://schemas.openxmlformats.org/officeDocument/2006/relationships/notesSlide" Target="/ppt/notesSlides/notesSlide4.xml" Id="R20d65a7f5afc4d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22e7e222243ff" /><Relationship Type="http://schemas.openxmlformats.org/officeDocument/2006/relationships/image" Target="/ppt/media/image5.png" Id="R658b72ba9cf14aa7" /><Relationship Type="http://schemas.openxmlformats.org/officeDocument/2006/relationships/notesSlide" Target="/ppt/notesSlides/notesSlide5.xml" Id="R45e98d57e8574d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990d6fc804c86" /><Relationship Type="http://schemas.openxmlformats.org/officeDocument/2006/relationships/image" Target="/ppt/media/image6.png" Id="R2845417be80149b6" /><Relationship Type="http://schemas.openxmlformats.org/officeDocument/2006/relationships/notesSlide" Target="/ppt/notesSlides/notesSlide6.xml" Id="R629a8494abff4b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e614f4e84408c" /><Relationship Type="http://schemas.openxmlformats.org/officeDocument/2006/relationships/image" Target="/ppt/media/image7.png" Id="Rc5f014d13b314230" /><Relationship Type="http://schemas.openxmlformats.org/officeDocument/2006/relationships/notesSlide" Target="/ppt/notesSlides/notesSlide7.xml" Id="Rd0948622a5aa4f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67b454e134e32" /><Relationship Type="http://schemas.openxmlformats.org/officeDocument/2006/relationships/image" Target="/ppt/media/image8.png" Id="Reebca9efb59e474b" /><Relationship Type="http://schemas.openxmlformats.org/officeDocument/2006/relationships/notesSlide" Target="/ppt/notesSlides/notesSlide8.xml" Id="R4e16a9630b8a4a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9fdad0a01464e" /><Relationship Type="http://schemas.openxmlformats.org/officeDocument/2006/relationships/image" Target="/ppt/media/image9.png" Id="R34bb73dec6ea400a" /><Relationship Type="http://schemas.openxmlformats.org/officeDocument/2006/relationships/notesSlide" Target="/ppt/notesSlides/notesSlide9.xml" Id="R63b0783437b54b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fabc87474064" /><Relationship Type="http://schemas.openxmlformats.org/officeDocument/2006/relationships/image" Target="/ppt/media/image10.png" Id="R6ccbb90d3cca40cd" /><Relationship Type="http://schemas.openxmlformats.org/officeDocument/2006/relationships/notesSlide" Target="/ppt/notesSlides/notesSlide10.xml" Id="Rf2b54230aa844f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f74322c14dce" /><Relationship Type="http://schemas.openxmlformats.org/officeDocument/2006/relationships/image" Target="/ppt/media/image11.png" Id="R6a4cf8d1f2284bf6" /><Relationship Type="http://schemas.openxmlformats.org/officeDocument/2006/relationships/notesSlide" Target="/ppt/notesSlides/notesSlide11.xml" Id="R76a836f95d994c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5ffd2790d4497" /><Relationship Type="http://schemas.openxmlformats.org/officeDocument/2006/relationships/image" Target="/ppt/media/image12.png" Id="Rb1c2b2f5132b4428" /><Relationship Type="http://schemas.openxmlformats.org/officeDocument/2006/relationships/notesSlide" Target="/ppt/notesSlides/notesSlide12.xml" Id="Re4e2c9f774f749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beee3068346b9" /><Relationship Type="http://schemas.openxmlformats.org/officeDocument/2006/relationships/image" Target="/ppt/media/image13.png" Id="Re9d56ea926ff4205" /><Relationship Type="http://schemas.openxmlformats.org/officeDocument/2006/relationships/notesSlide" Target="/ppt/notesSlides/notesSlide13.xml" Id="R7f1f7178b7784b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1848c85ed44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19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bfb6d36e34a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674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2b703bb1b48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476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c0493fe0b4e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211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b72ba9cf14a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69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5417be80149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797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014d13b3142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852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ca9efb59e47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00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b73dec6ea40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24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bb90d3cca40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880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cf8d1f2284b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975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2b2f5132b44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052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56ea926ff42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65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2026-08-02T16:50:06.7980000Z</dcterms:created>
  <dcterms:modified xsi:type="dcterms:W3CDTF">2026-08-02T16:50:06.7980000Z</dcterms:modified>
</coreProperties>
</file>